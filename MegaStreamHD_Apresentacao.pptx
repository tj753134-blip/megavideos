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MegaStreamHD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Interativo de Streaming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Projeto 9 - Linguagens de Programação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Universidade Metodista de Angola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Contextualização &amp; Justificativa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Requisitos Funcionais e Não-Funcionais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Arquitetura do Sistema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Paradigmas de Programação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Tecnologias Utilizadas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Resultados e Conclusões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516636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Contextualização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plataforma web interativa para streaming de filmes e séries, desenvolvida em JavaScript puro (Vanilla JS).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Demonstra a aplicação prática de diferentes paradigmas de programação em um cenário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Justificativa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Aplicações web modernas raramente seguem um único paradigma isoladamente.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MegaStreamHD demonstra como diferentes paradigmas podem coexistir harmoniosamente, cada um contribuindo para aspectos específicos da solução.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Filtros &amp; Pesquisa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Busca em tempo real e filtros por tipo/género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Autenticação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Registo e login com validação de e-mail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Comentários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Sistema de comentários para conteúdo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Player de Vídeo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Suporte multi-plataforma (YouTube, Drive, diretos)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93192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7472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Requisições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5120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Formulário para pedidos de novos conteúdos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2560320" cy="2286000"/>
          </a:xfrm>
          <a:prstGeom prst="rect">
            <a:avLst/>
          </a:prstGeom>
          <a:solidFill>
            <a:srgbClr val="065A8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Admin Panel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5120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Gestão de conteúdo e estatísticas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Não-Funcionais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Desempenho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Cache em memória para carregamento rápido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423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Políticas RLS no Supabase para controle de acesso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Usabilidade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Interface responsiva (desktop e mobile)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78638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Manutenibilidade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343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Código modular em ficheiros separados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78638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Escalabilidade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Preparada para migração localStorage → Supabase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6032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Público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index.html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style.css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560320" cy="4114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painel-gs7x2.html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admin.js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admin.css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560320" cy="4114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Dados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Paradigmas de Programação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Orientado a Eventos (Event-Driven)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Predominante no MegaStreamHD. O fluxo de execução é determinado por eventos externos.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01752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onclick handlers: &lt;a onclick="filterContent('filmes','acao')"&gt;Ação&lt;/a&gt;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Auth state changes: sup.auth.onAuthStateChange(...)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Hash changes: window.addEventListener('hashchange', ...)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Paradigmas de Programação (cont.)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5212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Declarativo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Descreve o que fazer, não como fazer.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47472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HTML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(estrutura)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(estilos)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 Policies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(autorização)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5212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Imperativo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Especifica passo-a-passo a transformação de dados.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651760"/>
            <a:ext cx="347472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8346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Lógica JavaScript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Funções de processamento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Manipulação de dados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Algoritmos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4846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JavaScript ES6+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HTML5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CSS3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651760" cy="4846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Supabase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Row Level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651760" cy="4846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Netlify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Git/GitHub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Font Awesome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Google Fonts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Alcançados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8288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Requisitos Funcionais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Implementados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0"/>
            <a:ext cx="18288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834640" y="32004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Requisitos Não-Funcionais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Atendidos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288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Paradigmas de Programação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Integrados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18288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858000" y="32004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Testes Funcionais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 Sucesso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210312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Aplicações web modernas combinam paradigmas para oferecer soluções completas: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Event-Driven para interatividade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Declarativo para estrutura e apresentação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Imperativo para lógica de processamento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 MegaStreamHD demonstra essa integração de forma coerente e funcional.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github.com/tj753134-blip/megavideos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Universidade Metodista de Angola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Faculdade de Engenharia e Arquitetura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2026-06-23T18:12:28Z</dcterms:created>
  <dcterms:modified xsi:type="dcterms:W3CDTF">2026-06-23T18:12:28Z</dcterms:modified>
</cp:coreProperties>
</file>